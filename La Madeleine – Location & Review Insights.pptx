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smtClean="0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 smtClean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mtClean="0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Edytuj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/>
              <a:t>La Madeleine – Location &amp; Review Insights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48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677334" y="1615158"/>
            <a:ext cx="3758308" cy="1192211"/>
          </a:xfrm>
        </p:spPr>
        <p:txBody>
          <a:bodyPr>
            <a:normAutofit/>
          </a:bodyPr>
          <a:lstStyle/>
          <a:p>
            <a:r>
              <a:rPr lang="en-US" b="1" dirty="0"/>
              <a:t>Total Locations:</a:t>
            </a:r>
            <a:r>
              <a:rPr lang="en-US" dirty="0"/>
              <a:t> 86</a:t>
            </a:r>
            <a:br>
              <a:rPr lang="en-US" dirty="0"/>
            </a:br>
            <a:r>
              <a:rPr lang="en-US" b="1" dirty="0"/>
              <a:t>Locations with Reviews:</a:t>
            </a:r>
            <a:r>
              <a:rPr lang="en-US" dirty="0"/>
              <a:t> 21</a:t>
            </a:r>
            <a:br>
              <a:rPr lang="en-US" dirty="0"/>
            </a:br>
            <a:r>
              <a:rPr lang="en-US" b="1" dirty="0"/>
              <a:t>Review Coverage:</a:t>
            </a:r>
            <a:r>
              <a:rPr lang="en-US" dirty="0"/>
              <a:t> 24</a:t>
            </a:r>
            <a:r>
              <a:rPr lang="en-US" dirty="0" smtClean="0"/>
              <a:t>%</a:t>
            </a:r>
            <a:endParaRPr lang="pl-PL" dirty="0" smtClean="0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762" y="3358188"/>
            <a:ext cx="6204438" cy="2277897"/>
          </a:xfrm>
          <a:prstGeom prst="rect">
            <a:avLst/>
          </a:prstGeom>
        </p:spPr>
      </p:pic>
      <p:sp>
        <p:nvSpPr>
          <p:cNvPr id="6" name="Symbol zastępczy zawartości 2"/>
          <p:cNvSpPr txBox="1">
            <a:spLocks/>
          </p:cNvSpPr>
          <p:nvPr/>
        </p:nvSpPr>
        <p:spPr>
          <a:xfrm>
            <a:off x="5515694" y="1615158"/>
            <a:ext cx="3758308" cy="99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Google Reviews dataset covers only a </a:t>
            </a:r>
            <a:r>
              <a:rPr lang="pl-PL" dirty="0" err="1" smtClean="0"/>
              <a:t>couple</a:t>
            </a:r>
            <a:r>
              <a:rPr lang="en-US" dirty="0" smtClean="0"/>
              <a:t> of locations</a:t>
            </a:r>
            <a:r>
              <a:rPr lang="pl-PL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79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 smtClean="0"/>
              <a:t>XPaths</a:t>
            </a:r>
            <a:endParaRPr lang="en-US" dirty="0"/>
          </a:p>
        </p:txBody>
      </p:sp>
      <p:sp>
        <p:nvSpPr>
          <p:cNvPr id="6" name="Symbol zastępczy zawartości 2"/>
          <p:cNvSpPr txBox="1">
            <a:spLocks/>
          </p:cNvSpPr>
          <p:nvPr/>
        </p:nvSpPr>
        <p:spPr>
          <a:xfrm>
            <a:off x="677334" y="1625853"/>
            <a:ext cx="8835634" cy="3299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 err="1"/>
              <a:t>locationName</a:t>
            </a:r>
            <a:r>
              <a:rPr lang="pl-PL" dirty="0"/>
              <a:t> </a:t>
            </a:r>
            <a:r>
              <a:rPr lang="pl-PL" dirty="0" smtClean="0"/>
              <a:t>		//</a:t>
            </a:r>
            <a:r>
              <a:rPr lang="pl-PL" dirty="0"/>
              <a:t>div[</a:t>
            </a:r>
            <a:r>
              <a:rPr lang="pl-PL" dirty="0" err="1"/>
              <a:t>contains</a:t>
            </a:r>
            <a:r>
              <a:rPr lang="pl-PL" dirty="0"/>
              <a:t>(@</a:t>
            </a:r>
            <a:r>
              <a:rPr lang="pl-PL" dirty="0" err="1"/>
              <a:t>class</a:t>
            </a:r>
            <a:r>
              <a:rPr lang="pl-PL" dirty="0"/>
              <a:t>,'</a:t>
            </a:r>
            <a:r>
              <a:rPr lang="pl-PL" dirty="0" err="1"/>
              <a:t>location</a:t>
            </a:r>
            <a:r>
              <a:rPr lang="pl-PL" dirty="0"/>
              <a:t>__</a:t>
            </a:r>
            <a:r>
              <a:rPr lang="pl-PL" dirty="0" err="1"/>
              <a:t>name</a:t>
            </a:r>
            <a:r>
              <a:rPr lang="pl-PL" dirty="0"/>
              <a:t>')]</a:t>
            </a:r>
            <a:endParaRPr lang="pl-PL" dirty="0" smtClean="0"/>
          </a:p>
          <a:p>
            <a:r>
              <a:rPr lang="pl-PL" dirty="0" err="1" smtClean="0"/>
              <a:t>Hours</a:t>
            </a:r>
            <a:r>
              <a:rPr lang="pl-PL" dirty="0"/>
              <a:t>			//p[</a:t>
            </a:r>
            <a:r>
              <a:rPr lang="pl-PL" dirty="0" err="1"/>
              <a:t>contains</a:t>
            </a:r>
            <a:r>
              <a:rPr lang="pl-PL" dirty="0"/>
              <a:t>(@</a:t>
            </a:r>
            <a:r>
              <a:rPr lang="pl-PL" dirty="0" err="1"/>
              <a:t>class</a:t>
            </a:r>
            <a:r>
              <a:rPr lang="pl-PL" dirty="0"/>
              <a:t>,'</a:t>
            </a:r>
            <a:r>
              <a:rPr lang="pl-PL" dirty="0" err="1"/>
              <a:t>location</a:t>
            </a:r>
            <a:r>
              <a:rPr lang="pl-PL" dirty="0"/>
              <a:t>__</a:t>
            </a:r>
            <a:r>
              <a:rPr lang="pl-PL" dirty="0" err="1"/>
              <a:t>hours</a:t>
            </a:r>
            <a:r>
              <a:rPr lang="pl-PL" dirty="0"/>
              <a:t>')]</a:t>
            </a:r>
          </a:p>
          <a:p>
            <a:r>
              <a:rPr lang="pl-PL" dirty="0" err="1" smtClean="0"/>
              <a:t>Distance</a:t>
            </a:r>
            <a:r>
              <a:rPr lang="pl-PL" dirty="0"/>
              <a:t>			//div[</a:t>
            </a:r>
            <a:r>
              <a:rPr lang="pl-PL" dirty="0" err="1"/>
              <a:t>contains</a:t>
            </a:r>
            <a:r>
              <a:rPr lang="pl-PL" dirty="0"/>
              <a:t>(@</a:t>
            </a:r>
            <a:r>
              <a:rPr lang="pl-PL" dirty="0" err="1"/>
              <a:t>class</a:t>
            </a:r>
            <a:r>
              <a:rPr lang="pl-PL" dirty="0"/>
              <a:t>,'</a:t>
            </a:r>
            <a:r>
              <a:rPr lang="pl-PL" dirty="0" err="1"/>
              <a:t>location</a:t>
            </a:r>
            <a:r>
              <a:rPr lang="pl-PL" dirty="0"/>
              <a:t>__</a:t>
            </a:r>
            <a:r>
              <a:rPr lang="pl-PL" dirty="0" err="1"/>
              <a:t>distance</a:t>
            </a:r>
            <a:r>
              <a:rPr lang="pl-PL" dirty="0"/>
              <a:t>')]</a:t>
            </a:r>
            <a:endParaRPr lang="pl-PL" dirty="0" smtClean="0"/>
          </a:p>
          <a:p>
            <a:r>
              <a:rPr lang="pl-PL" dirty="0" err="1" smtClean="0"/>
              <a:t>phoneNumber</a:t>
            </a:r>
            <a:r>
              <a:rPr lang="pl-PL" dirty="0" smtClean="0"/>
              <a:t>		</a:t>
            </a:r>
            <a:r>
              <a:rPr lang="en-US" dirty="0"/>
              <a:t>//div[contains(@</a:t>
            </a:r>
            <a:r>
              <a:rPr lang="en-US" dirty="0" err="1"/>
              <a:t>class,'location__phone</a:t>
            </a:r>
            <a:r>
              <a:rPr lang="en-US" dirty="0"/>
              <a:t>')]//a</a:t>
            </a:r>
            <a:endParaRPr lang="pl-PL" dirty="0" smtClean="0"/>
          </a:p>
          <a:p>
            <a:endParaRPr lang="pl-PL" dirty="0"/>
          </a:p>
          <a:p>
            <a:endParaRPr lang="pl-PL" dirty="0" smtClean="0"/>
          </a:p>
          <a:p>
            <a:r>
              <a:rPr lang="pl-PL" dirty="0" err="1" smtClean="0"/>
              <a:t>Latitude+longtitude</a:t>
            </a:r>
            <a:r>
              <a:rPr lang="pl-PL" dirty="0"/>
              <a:t> = </a:t>
            </a:r>
            <a:r>
              <a:rPr lang="pl-PL" dirty="0" err="1"/>
              <a:t>destination</a:t>
            </a:r>
            <a:r>
              <a:rPr lang="pl-PL" dirty="0"/>
              <a:t>=([-0-9.]+),([-0-9.]+)</a:t>
            </a:r>
            <a:endParaRPr lang="pl-PL" dirty="0" smtClean="0"/>
          </a:p>
        </p:txBody>
      </p:sp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22" y="3653815"/>
            <a:ext cx="766869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70605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</TotalTime>
  <Words>24</Words>
  <Application>Microsoft Office PowerPoint</Application>
  <PresentationFormat>Panoramiczny</PresentationFormat>
  <Paragraphs>12</Paragraphs>
  <Slides>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Faseta</vt:lpstr>
      <vt:lpstr>La Madeleine – Location &amp; Review Insights</vt:lpstr>
      <vt:lpstr>Coverage</vt:lpstr>
      <vt:lpstr>XPaths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Madeleine – Location &amp; Review Insights</dc:title>
  <dc:creator>Dawid</dc:creator>
  <cp:lastModifiedBy>Dawid</cp:lastModifiedBy>
  <cp:revision>4</cp:revision>
  <dcterms:created xsi:type="dcterms:W3CDTF">2026-02-19T11:36:15Z</dcterms:created>
  <dcterms:modified xsi:type="dcterms:W3CDTF">2026-02-19T13:16:44Z</dcterms:modified>
</cp:coreProperties>
</file>